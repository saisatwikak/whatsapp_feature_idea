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</a:rPr>
              <a:t>Clear chat by date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</a:rPr>
              <a:t>A WhatsApp feature concept — bridging the gap between keeping everything and clearing everything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126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96A0"/>
                </a:solidFill>
              </a:rPr>
              <a:t>Concept design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What we've designed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</a:rPr>
              <a:t>A third option in the existing Clear Chat menu: Clear all time (today) vs Clear by date or range (new)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</a:rPr>
              <a:t>A calendar picker with Yesterday / Last 7 days quick-select chips, plus a full month view for custom ranges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</a:rPr>
              <a:t>An explicit confirmation step naming the exact range before anything is deleted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</a:rPr>
              <a:t>A 30 second Undo snackbar immediately after clearing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</a:rPr>
              <a:t>A system message marking where history was cleared, so the chat doesn't just go blank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How this differs from what exists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645920" cy="777240"/>
          </a:xfrm>
          <a:prstGeom prst="rect">
            <a:avLst/>
          </a:prstGeom>
          <a:solidFill>
            <a:srgbClr val="0B141A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1463040"/>
            <a:ext cx="2743200" cy="777240"/>
          </a:xfrm>
          <a:prstGeom prst="rect">
            <a:avLst/>
          </a:prstGeom>
          <a:solidFill>
            <a:srgbClr val="0B141A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77440" y="1463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Clear chat (today)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463040"/>
            <a:ext cx="3108960" cy="777240"/>
          </a:xfrm>
          <a:prstGeom prst="rect">
            <a:avLst/>
          </a:prstGeom>
          <a:solidFill>
            <a:srgbClr val="0B141A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1463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Disappearing messages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108960" cy="777240"/>
          </a:xfrm>
          <a:prstGeom prst="rect">
            <a:avLst/>
          </a:prstGeom>
          <a:solidFill>
            <a:srgbClr val="0B141A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1463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Clear by date (this concept)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1645920" cy="777240"/>
          </a:xfrm>
          <a:prstGeom prst="rect">
            <a:avLst/>
          </a:prstGeom>
          <a:solidFill>
            <a:srgbClr val="F2F2F0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2402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Scope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0" y="2240280"/>
            <a:ext cx="2743200" cy="777240"/>
          </a:xfrm>
          <a:prstGeom prst="rect">
            <a:avLst/>
          </a:prstGeom>
          <a:solidFill>
            <a:srgbClr val="F2F2F0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77440" y="22402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All messages, all at once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0" y="2240280"/>
            <a:ext cx="3108960" cy="777240"/>
          </a:xfrm>
          <a:prstGeom prst="rect">
            <a:avLst/>
          </a:prstGeom>
          <a:solidFill>
            <a:srgbClr val="F2F2F0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0" y="2240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Future messages only, auto-expiring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2240280"/>
            <a:ext cx="3108960" cy="777240"/>
          </a:xfrm>
          <a:prstGeom prst="rect">
            <a:avLst/>
          </a:prstGeom>
          <a:solidFill>
            <a:srgbClr val="E1F5EE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2240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5041"/>
                </a:solidFill>
              </a:rPr>
              <a:t>Any past date or custom range, on demand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017520"/>
            <a:ext cx="1645920" cy="777240"/>
          </a:xfrm>
          <a:prstGeom prst="rect">
            <a:avLst/>
          </a:prstGeom>
          <a:solidFill>
            <a:srgbClr val="F2F2F0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0175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Control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286000" y="3017520"/>
            <a:ext cx="2743200" cy="777240"/>
          </a:xfrm>
          <a:prstGeom prst="rect">
            <a:avLst/>
          </a:prstGeom>
          <a:solidFill>
            <a:srgbClr val="F2F2F0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77440" y="3017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None — one-time nuclear action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0" y="3017520"/>
            <a:ext cx="3108960" cy="777240"/>
          </a:xfrm>
          <a:prstGeom prst="rect">
            <a:avLst/>
          </a:prstGeom>
          <a:solidFill>
            <a:srgbClr val="F2F2F0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0640" y="3017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Set once, applies going forward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38160" y="3017520"/>
            <a:ext cx="3108960" cy="777240"/>
          </a:xfrm>
          <a:prstGeom prst="rect">
            <a:avLst/>
          </a:prstGeom>
          <a:solidFill>
            <a:srgbClr val="E1F5EE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3017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5041"/>
                </a:solidFill>
              </a:rPr>
              <a:t>Pick exactly what to remove, any time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3794760"/>
            <a:ext cx="1645920" cy="777240"/>
          </a:xfrm>
          <a:prstGeom prst="rect">
            <a:avLst/>
          </a:prstGeom>
          <a:solidFill>
            <a:srgbClr val="F2F2F0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37947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Undo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286000" y="3794760"/>
            <a:ext cx="2743200" cy="777240"/>
          </a:xfrm>
          <a:prstGeom prst="rect">
            <a:avLst/>
          </a:prstGeom>
          <a:solidFill>
            <a:srgbClr val="F2F2F0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377440" y="37947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No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0" y="3794760"/>
            <a:ext cx="3108960" cy="777240"/>
          </a:xfrm>
          <a:prstGeom prst="rect">
            <a:avLst/>
          </a:prstGeom>
          <a:solidFill>
            <a:srgbClr val="F2F2F0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0" y="3794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No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38160" y="3794760"/>
            <a:ext cx="3108960" cy="777240"/>
          </a:xfrm>
          <a:prstGeom prst="rect">
            <a:avLst/>
          </a:prstGeom>
          <a:solidFill>
            <a:srgbClr val="E1F5EE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0" y="3794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5041"/>
                </a:solidFill>
              </a:rPr>
              <a:t>Yes — 30s undo snackbar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4572000"/>
            <a:ext cx="1645920" cy="777240"/>
          </a:xfrm>
          <a:prstGeom prst="rect">
            <a:avLst/>
          </a:prstGeom>
          <a:solidFill>
            <a:srgbClr val="F2F2F0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45720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Media handling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286000" y="4572000"/>
            <a:ext cx="2743200" cy="777240"/>
          </a:xfrm>
          <a:prstGeom prst="rect">
            <a:avLst/>
          </a:prstGeom>
          <a:solidFill>
            <a:srgbClr val="F2F2F0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377440" y="45720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Removes chat media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029200" y="4572000"/>
            <a:ext cx="3108960" cy="777240"/>
          </a:xfrm>
          <a:prstGeom prst="rect">
            <a:avLst/>
          </a:prstGeom>
          <a:solidFill>
            <a:srgbClr val="F2F2F0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20640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Removes media after timer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138160" y="4572000"/>
            <a:ext cx="3108960" cy="777240"/>
          </a:xfrm>
          <a:prstGeom prst="rect">
            <a:avLst/>
          </a:prstGeom>
          <a:solidFill>
            <a:srgbClr val="E1F5EE"/>
          </a:solidFill>
          <a:ln w="6350">
            <a:solidFill>
              <a:srgbClr val="DADA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0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5041"/>
                </a:solidFill>
              </a:rPr>
              <a:t>Removes only chat-linked media, not phone gallery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Practical approach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11111"/>
                </a:solidFill>
              </a:rPr>
              <a:t>Scope v1 to one-to-one chats only — group chats share history across more people and need a separate review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11111"/>
                </a:solidFill>
              </a:rPr>
              <a:t>Delete is local only (“delete for me”), matching how Clear Chat already works today — no new “delete for everyone” behavior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11111"/>
                </a:solidFill>
              </a:rPr>
              <a:t>Media inside the deleted range is removed from the chat and WhatsApp's own media folder, not from the phone's general gallery or downloads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11111"/>
                </a:solidFill>
              </a:rPr>
              <a:t>Undo is short-lived (30s) by design — long enough to catch a mistake, short enough to still free up storage as intended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11111"/>
                </a:solidFill>
              </a:rPr>
              <a:t>Roll out behind a feature flag to a small percentage of users first, watch for accidental-deletion support tickets before wider release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1. Existing chat — new option appears in the overflow menu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44568" y="960120"/>
            <a:ext cx="3108960" cy="5760720"/>
          </a:xfrm>
          <a:prstGeom prst="roundRect">
            <a:avLst>
              <a:gd name="adj" fmla="val 6471"/>
            </a:avLst>
          </a:prstGeom>
          <a:solidFill>
            <a:srgbClr val="111111"/>
          </a:solidFill>
          <a:ln/>
        </p:spPr>
      </p:sp>
      <p:sp>
        <p:nvSpPr>
          <p:cNvPr id="4" name="Shape 2"/>
          <p:cNvSpPr/>
          <p:nvPr/>
        </p:nvSpPr>
        <p:spPr>
          <a:xfrm>
            <a:off x="4599432" y="1014984"/>
            <a:ext cx="2999232" cy="5650992"/>
          </a:xfrm>
          <a:prstGeom prst="roundRect">
            <a:avLst>
              <a:gd name="adj" fmla="val 5488"/>
            </a:avLst>
          </a:prstGeom>
          <a:solidFill>
            <a:srgbClr val="0B141A"/>
          </a:solidFill>
          <a:ln/>
        </p:spPr>
      </p:sp>
      <p:sp>
        <p:nvSpPr>
          <p:cNvPr id="5" name="Shape 3"/>
          <p:cNvSpPr/>
          <p:nvPr/>
        </p:nvSpPr>
        <p:spPr>
          <a:xfrm>
            <a:off x="4599432" y="1014984"/>
            <a:ext cx="2999232" cy="201168"/>
          </a:xfrm>
          <a:prstGeom prst="rect">
            <a:avLst/>
          </a:prstGeom>
          <a:solidFill>
            <a:srgbClr val="075E5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09160" y="1014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9:41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99432" y="1216152"/>
            <a:ext cx="2999232" cy="502920"/>
          </a:xfrm>
          <a:prstGeom prst="rect">
            <a:avLst/>
          </a:prstGeom>
          <a:solidFill>
            <a:srgbClr val="075E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72584" y="121615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83480" y="1330452"/>
            <a:ext cx="274320" cy="274320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83480" y="13304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RK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26187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Rekha 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47218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F3EA"/>
                </a:solidFill>
              </a:rPr>
              <a:t>tap here for contact info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7278624" y="121615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⋮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99432" y="1719072"/>
            <a:ext cx="2999232" cy="4946904"/>
          </a:xfrm>
          <a:prstGeom prst="rect">
            <a:avLst/>
          </a:prstGeom>
          <a:solidFill>
            <a:srgbClr val="0B141A"/>
          </a:solidFill>
          <a:ln/>
        </p:spPr>
      </p:sp>
      <p:sp>
        <p:nvSpPr>
          <p:cNvPr id="15" name="Shape 13"/>
          <p:cNvSpPr/>
          <p:nvPr/>
        </p:nvSpPr>
        <p:spPr>
          <a:xfrm>
            <a:off x="4736592" y="1901952"/>
            <a:ext cx="2724912" cy="457200"/>
          </a:xfrm>
          <a:prstGeom prst="roundRect">
            <a:avLst>
              <a:gd name="adj" fmla="val 10000"/>
            </a:avLst>
          </a:prstGeom>
          <a:solidFill>
            <a:srgbClr val="202C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36592" y="190195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96A0"/>
                </a:solidFill>
              </a:rPr>
              <a:t>Chat thread here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71032" y="1673352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2331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80760" y="16733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9EDEF"/>
                </a:solidFill>
              </a:rPr>
              <a:t>View contact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1901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9EDEF"/>
                </a:solidFill>
              </a:rPr>
              <a:t>Media, links, docs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71032" y="2130552"/>
            <a:ext cx="1554480" cy="228600"/>
          </a:xfrm>
          <a:prstGeom prst="rect">
            <a:avLst/>
          </a:prstGeom>
          <a:solidFill>
            <a:srgbClr val="2A394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80760" y="21305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84"/>
                </a:solidFill>
              </a:rPr>
              <a:t>Clear chat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2359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9EDEF"/>
                </a:solidFill>
              </a:rPr>
              <a:t>Export chat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2. New dialog — choose all-time clear, or clear by date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44568" y="960120"/>
            <a:ext cx="3108960" cy="5760720"/>
          </a:xfrm>
          <a:prstGeom prst="roundRect">
            <a:avLst>
              <a:gd name="adj" fmla="val 6471"/>
            </a:avLst>
          </a:prstGeom>
          <a:solidFill>
            <a:srgbClr val="111111"/>
          </a:solidFill>
          <a:ln/>
        </p:spPr>
      </p:sp>
      <p:sp>
        <p:nvSpPr>
          <p:cNvPr id="4" name="Shape 2"/>
          <p:cNvSpPr/>
          <p:nvPr/>
        </p:nvSpPr>
        <p:spPr>
          <a:xfrm>
            <a:off x="4599432" y="1014984"/>
            <a:ext cx="2999232" cy="5650992"/>
          </a:xfrm>
          <a:prstGeom prst="roundRect">
            <a:avLst>
              <a:gd name="adj" fmla="val 5488"/>
            </a:avLst>
          </a:prstGeom>
          <a:solidFill>
            <a:srgbClr val="0B141A"/>
          </a:solidFill>
          <a:ln/>
        </p:spPr>
      </p:sp>
      <p:sp>
        <p:nvSpPr>
          <p:cNvPr id="5" name="Shape 3"/>
          <p:cNvSpPr/>
          <p:nvPr/>
        </p:nvSpPr>
        <p:spPr>
          <a:xfrm>
            <a:off x="4599432" y="1014984"/>
            <a:ext cx="2999232" cy="5650992"/>
          </a:xfrm>
          <a:prstGeom prst="rect">
            <a:avLst/>
          </a:prstGeom>
          <a:solidFill>
            <a:srgbClr val="0B141A"/>
          </a:solidFill>
          <a:ln/>
        </p:spPr>
      </p:sp>
      <p:sp>
        <p:nvSpPr>
          <p:cNvPr id="6" name="Shape 4"/>
          <p:cNvSpPr/>
          <p:nvPr/>
        </p:nvSpPr>
        <p:spPr>
          <a:xfrm>
            <a:off x="4828032" y="2651760"/>
            <a:ext cx="2542032" cy="2377440"/>
          </a:xfrm>
          <a:prstGeom prst="roundRect">
            <a:avLst>
              <a:gd name="adj" fmla="val 5769"/>
            </a:avLst>
          </a:prstGeom>
          <a:solidFill>
            <a:srgbClr val="2A39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10912" y="278892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EF"/>
                </a:solidFill>
              </a:rPr>
              <a:t>Clear this chat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10912" y="30632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96A0"/>
                </a:solidFill>
              </a:rPr>
              <a:t>Choose how much history to remove.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10912" y="3429000"/>
            <a:ext cx="2176272" cy="502920"/>
          </a:xfrm>
          <a:prstGeom prst="roundRect">
            <a:avLst>
              <a:gd name="adj" fmla="val 10909"/>
            </a:avLst>
          </a:prstGeom>
          <a:solidFill>
            <a:srgbClr val="2A3942"/>
          </a:solidFill>
          <a:ln w="9525">
            <a:solidFill>
              <a:srgbClr val="3B4A5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02352" y="347472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EDEF"/>
                </a:solidFill>
              </a:rPr>
              <a:t>Clear all time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102352" y="36758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96A0"/>
                </a:solidFill>
              </a:rPr>
              <a:t>Deletes every message in this chat.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10912" y="4023360"/>
            <a:ext cx="2176272" cy="548640"/>
          </a:xfrm>
          <a:prstGeom prst="roundRect">
            <a:avLst>
              <a:gd name="adj" fmla="val 10000"/>
            </a:avLst>
          </a:prstGeom>
          <a:solidFill>
            <a:srgbClr val="2A3942"/>
          </a:solidFill>
          <a:ln w="15875">
            <a:solidFill>
              <a:srgbClr val="00A88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02352" y="406908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84"/>
                </a:solidFill>
              </a:rPr>
              <a:t>Clear by date or range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102352" y="42702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96A0"/>
                </a:solidFill>
              </a:rPr>
              <a:t>Pick a day, or a start and end date.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010912" y="4663440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696A0"/>
                </a:solidFill>
              </a:rPr>
              <a:t>CANCEL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190488" y="4663440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884"/>
                </a:solidFill>
              </a:rPr>
              <a:t>NEXT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3. Calendar picker — quick-select chips, then tap a day or range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44568" y="960120"/>
            <a:ext cx="3108960" cy="5760720"/>
          </a:xfrm>
          <a:prstGeom prst="roundRect">
            <a:avLst>
              <a:gd name="adj" fmla="val 6471"/>
            </a:avLst>
          </a:prstGeom>
          <a:solidFill>
            <a:srgbClr val="111111"/>
          </a:solidFill>
          <a:ln/>
        </p:spPr>
      </p:sp>
      <p:sp>
        <p:nvSpPr>
          <p:cNvPr id="4" name="Shape 2"/>
          <p:cNvSpPr/>
          <p:nvPr/>
        </p:nvSpPr>
        <p:spPr>
          <a:xfrm>
            <a:off x="4599432" y="1014984"/>
            <a:ext cx="2999232" cy="5650992"/>
          </a:xfrm>
          <a:prstGeom prst="roundRect">
            <a:avLst>
              <a:gd name="adj" fmla="val 5488"/>
            </a:avLst>
          </a:prstGeom>
          <a:solidFill>
            <a:srgbClr val="0B141A"/>
          </a:solidFill>
          <a:ln/>
        </p:spPr>
      </p:sp>
      <p:sp>
        <p:nvSpPr>
          <p:cNvPr id="5" name="Shape 3"/>
          <p:cNvSpPr/>
          <p:nvPr/>
        </p:nvSpPr>
        <p:spPr>
          <a:xfrm>
            <a:off x="4599432" y="1014984"/>
            <a:ext cx="2999232" cy="5650992"/>
          </a:xfrm>
          <a:prstGeom prst="rect">
            <a:avLst/>
          </a:prstGeom>
          <a:solidFill>
            <a:srgbClr val="0B141A"/>
          </a:solidFill>
          <a:ln/>
        </p:spPr>
      </p:sp>
      <p:sp>
        <p:nvSpPr>
          <p:cNvPr id="6" name="Shape 4"/>
          <p:cNvSpPr/>
          <p:nvPr/>
        </p:nvSpPr>
        <p:spPr>
          <a:xfrm>
            <a:off x="4782312" y="2194560"/>
            <a:ext cx="2633472" cy="3291840"/>
          </a:xfrm>
          <a:prstGeom prst="roundRect">
            <a:avLst>
              <a:gd name="adj" fmla="val 5208"/>
            </a:avLst>
          </a:prstGeom>
          <a:solidFill>
            <a:srgbClr val="1F2C33"/>
          </a:solidFill>
          <a:ln/>
        </p:spPr>
      </p:sp>
      <p:sp>
        <p:nvSpPr>
          <p:cNvPr id="7" name="Shape 5"/>
          <p:cNvSpPr/>
          <p:nvPr/>
        </p:nvSpPr>
        <p:spPr>
          <a:xfrm>
            <a:off x="4782312" y="2194560"/>
            <a:ext cx="2633472" cy="685800"/>
          </a:xfrm>
          <a:prstGeom prst="rect">
            <a:avLst/>
          </a:prstGeom>
          <a:solidFill>
            <a:srgbClr val="00A88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65192" y="228600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F3EA"/>
                </a:solidFill>
              </a:rPr>
              <a:t>SELECT DATES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965192" y="248716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Sep 6 - Sep 8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65192" y="3017520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1F2C33"/>
          </a:solidFill>
          <a:ln w="9525">
            <a:solidFill>
              <a:srgbClr val="3B4A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65192" y="30175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9EDEF"/>
                </a:solidFill>
              </a:rPr>
              <a:t>Yesterday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879592" y="301752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1F2C33"/>
          </a:solidFill>
          <a:ln w="9525">
            <a:solidFill>
              <a:srgbClr val="3B4A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79592" y="30175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9EDEF"/>
                </a:solidFill>
              </a:rPr>
              <a:t>Last 7 days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4965192" y="333756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9EDEF"/>
                </a:solidFill>
              </a:rPr>
              <a:t>September 2026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919472" y="3566160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696A0"/>
                </a:solidFill>
              </a:rPr>
              <a:t>S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256494" y="3566160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696A0"/>
                </a:solidFill>
              </a:rPr>
              <a:t>M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593515" y="3566160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696A0"/>
                </a:solidFill>
              </a:rPr>
              <a:t>T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930537" y="3566160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696A0"/>
                </a:solidFill>
              </a:rPr>
              <a:t>W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267559" y="3566160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696A0"/>
                </a:solidFill>
              </a:rPr>
              <a:t>T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604581" y="3566160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696A0"/>
                </a:solidFill>
              </a:rPr>
              <a:t>F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941602" y="3566160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696A0"/>
                </a:solidFill>
              </a:rPr>
              <a:t>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919472" y="3858768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5256494" y="3858768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593515" y="3858768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9EDEF"/>
                </a:solidFill>
              </a:rPr>
              <a:t>1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5930537" y="3858768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9EDEF"/>
                </a:solidFill>
              </a:rPr>
              <a:t>2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267559" y="3858768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9EDEF"/>
                </a:solidFill>
              </a:rPr>
              <a:t>3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604581" y="3858768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9EDEF"/>
                </a:solidFill>
              </a:rPr>
              <a:t>4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941602" y="3858768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9EDEF"/>
                </a:solidFill>
              </a:rPr>
              <a:t>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978255" y="4169664"/>
            <a:ext cx="219456" cy="219456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919472" y="4151376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15277" y="4169664"/>
            <a:ext cx="219456" cy="219456"/>
          </a:xfrm>
          <a:prstGeom prst="ellipse">
            <a:avLst/>
          </a:prstGeom>
          <a:solidFill>
            <a:srgbClr val="0D5C4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256494" y="4151376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52298" y="4169664"/>
            <a:ext cx="219456" cy="219456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593515" y="4151376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5930537" y="4151376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9EDEF"/>
                </a:solidFill>
              </a:rPr>
              <a:t>9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267559" y="4151376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9EDEF"/>
                </a:solidFill>
              </a:rPr>
              <a:t>10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6604581" y="4151376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9EDEF"/>
                </a:solidFill>
              </a:rPr>
              <a:t>11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6941602" y="4151376"/>
            <a:ext cx="337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9EDEF"/>
                </a:solidFill>
              </a:rPr>
              <a:t>12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4965192" y="512064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696A0"/>
                </a:solidFill>
              </a:rPr>
              <a:t>CANCEL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190488" y="512064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884"/>
                </a:solidFill>
              </a:rPr>
              <a:t>OK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4. Confirmation — explicit range, explicit warning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44568" y="960120"/>
            <a:ext cx="3108960" cy="5760720"/>
          </a:xfrm>
          <a:prstGeom prst="roundRect">
            <a:avLst>
              <a:gd name="adj" fmla="val 6471"/>
            </a:avLst>
          </a:prstGeom>
          <a:solidFill>
            <a:srgbClr val="111111"/>
          </a:solidFill>
          <a:ln/>
        </p:spPr>
      </p:sp>
      <p:sp>
        <p:nvSpPr>
          <p:cNvPr id="4" name="Shape 2"/>
          <p:cNvSpPr/>
          <p:nvPr/>
        </p:nvSpPr>
        <p:spPr>
          <a:xfrm>
            <a:off x="4599432" y="1014984"/>
            <a:ext cx="2999232" cy="5650992"/>
          </a:xfrm>
          <a:prstGeom prst="roundRect">
            <a:avLst>
              <a:gd name="adj" fmla="val 5488"/>
            </a:avLst>
          </a:prstGeom>
          <a:solidFill>
            <a:srgbClr val="0B141A"/>
          </a:solidFill>
          <a:ln/>
        </p:spPr>
      </p:sp>
      <p:sp>
        <p:nvSpPr>
          <p:cNvPr id="5" name="Shape 3"/>
          <p:cNvSpPr/>
          <p:nvPr/>
        </p:nvSpPr>
        <p:spPr>
          <a:xfrm>
            <a:off x="4599432" y="1014984"/>
            <a:ext cx="2999232" cy="5650992"/>
          </a:xfrm>
          <a:prstGeom prst="rect">
            <a:avLst/>
          </a:prstGeom>
          <a:solidFill>
            <a:srgbClr val="0B141A"/>
          </a:solidFill>
          <a:ln/>
        </p:spPr>
      </p:sp>
      <p:sp>
        <p:nvSpPr>
          <p:cNvPr id="6" name="Shape 4"/>
          <p:cNvSpPr/>
          <p:nvPr/>
        </p:nvSpPr>
        <p:spPr>
          <a:xfrm>
            <a:off x="4828032" y="2971800"/>
            <a:ext cx="2542032" cy="1737360"/>
          </a:xfrm>
          <a:prstGeom prst="roundRect">
            <a:avLst>
              <a:gd name="adj" fmla="val 7895"/>
            </a:avLst>
          </a:prstGeom>
          <a:solidFill>
            <a:srgbClr val="2A39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10912" y="3136392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DEF"/>
                </a:solidFill>
              </a:rPr>
              <a:t>Clear messages from Sep 6-8?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10912" y="35204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96A0"/>
                </a:solidFill>
              </a:rPr>
              <a:t>Only this range is removed. Older history stays on this device.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010912" y="4389120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696A0"/>
                </a:solidFill>
              </a:rPr>
              <a:t>CANCEL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190488" y="4389120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A6962"/>
                </a:solidFill>
              </a:rPr>
              <a:t>CLEAR MESSAGES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5. Undo snackbar — a 30 second safety net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44568" y="960120"/>
            <a:ext cx="3108960" cy="5760720"/>
          </a:xfrm>
          <a:prstGeom prst="roundRect">
            <a:avLst>
              <a:gd name="adj" fmla="val 6471"/>
            </a:avLst>
          </a:prstGeom>
          <a:solidFill>
            <a:srgbClr val="111111"/>
          </a:solidFill>
          <a:ln/>
        </p:spPr>
      </p:sp>
      <p:sp>
        <p:nvSpPr>
          <p:cNvPr id="4" name="Shape 2"/>
          <p:cNvSpPr/>
          <p:nvPr/>
        </p:nvSpPr>
        <p:spPr>
          <a:xfrm>
            <a:off x="4599432" y="1014984"/>
            <a:ext cx="2999232" cy="5650992"/>
          </a:xfrm>
          <a:prstGeom prst="roundRect">
            <a:avLst>
              <a:gd name="adj" fmla="val 5488"/>
            </a:avLst>
          </a:prstGeom>
          <a:solidFill>
            <a:srgbClr val="0B141A"/>
          </a:solidFill>
          <a:ln/>
        </p:spPr>
      </p:sp>
      <p:sp>
        <p:nvSpPr>
          <p:cNvPr id="5" name="Shape 3"/>
          <p:cNvSpPr/>
          <p:nvPr/>
        </p:nvSpPr>
        <p:spPr>
          <a:xfrm>
            <a:off x="4599432" y="1014984"/>
            <a:ext cx="2999232" cy="201168"/>
          </a:xfrm>
          <a:prstGeom prst="rect">
            <a:avLst/>
          </a:prstGeom>
          <a:solidFill>
            <a:srgbClr val="075E5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09160" y="1014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9:41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99432" y="1216152"/>
            <a:ext cx="2999232" cy="502920"/>
          </a:xfrm>
          <a:prstGeom prst="rect">
            <a:avLst/>
          </a:prstGeom>
          <a:solidFill>
            <a:srgbClr val="075E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72584" y="121615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83480" y="1330452"/>
            <a:ext cx="274320" cy="274320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83480" y="13304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RK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26187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Rekha 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47218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F3EA"/>
                </a:solidFill>
              </a:rPr>
              <a:t>tap here for contact info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7278624" y="121615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⋮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99432" y="1719072"/>
            <a:ext cx="2999232" cy="4946904"/>
          </a:xfrm>
          <a:prstGeom prst="rect">
            <a:avLst/>
          </a:prstGeom>
          <a:solidFill>
            <a:srgbClr val="0B141A"/>
          </a:solidFill>
          <a:ln/>
        </p:spPr>
      </p:sp>
      <p:sp>
        <p:nvSpPr>
          <p:cNvPr id="15" name="Shape 13"/>
          <p:cNvSpPr/>
          <p:nvPr/>
        </p:nvSpPr>
        <p:spPr>
          <a:xfrm>
            <a:off x="4736592" y="1901952"/>
            <a:ext cx="2724912" cy="457200"/>
          </a:xfrm>
          <a:prstGeom prst="roundRect">
            <a:avLst>
              <a:gd name="adj" fmla="val 10000"/>
            </a:avLst>
          </a:prstGeom>
          <a:solidFill>
            <a:srgbClr val="202C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36592" y="190195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96A0"/>
                </a:solidFill>
              </a:rPr>
              <a:t>Older messages here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36592" y="6163056"/>
            <a:ext cx="2724912" cy="365760"/>
          </a:xfrm>
          <a:prstGeom prst="roundRect">
            <a:avLst>
              <a:gd name="adj" fmla="val 15000"/>
            </a:avLst>
          </a:prstGeom>
          <a:solidFill>
            <a:srgbClr val="2331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73752" y="6163056"/>
            <a:ext cx="14987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9EDEF"/>
                </a:solidFill>
              </a:rPr>
              <a:t>Messages cleared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398971" y="6163056"/>
            <a:ext cx="10497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A884"/>
                </a:solidFill>
              </a:rPr>
              <a:t>UNDO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6. Empty state — a clear marker, not a blank void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44568" y="960120"/>
            <a:ext cx="3108960" cy="5760720"/>
          </a:xfrm>
          <a:prstGeom prst="roundRect">
            <a:avLst>
              <a:gd name="adj" fmla="val 6471"/>
            </a:avLst>
          </a:prstGeom>
          <a:solidFill>
            <a:srgbClr val="111111"/>
          </a:solidFill>
          <a:ln/>
        </p:spPr>
      </p:sp>
      <p:sp>
        <p:nvSpPr>
          <p:cNvPr id="4" name="Shape 2"/>
          <p:cNvSpPr/>
          <p:nvPr/>
        </p:nvSpPr>
        <p:spPr>
          <a:xfrm>
            <a:off x="4599432" y="1014984"/>
            <a:ext cx="2999232" cy="5650992"/>
          </a:xfrm>
          <a:prstGeom prst="roundRect">
            <a:avLst>
              <a:gd name="adj" fmla="val 5488"/>
            </a:avLst>
          </a:prstGeom>
          <a:solidFill>
            <a:srgbClr val="0B141A"/>
          </a:solidFill>
          <a:ln/>
        </p:spPr>
      </p:sp>
      <p:sp>
        <p:nvSpPr>
          <p:cNvPr id="5" name="Shape 3"/>
          <p:cNvSpPr/>
          <p:nvPr/>
        </p:nvSpPr>
        <p:spPr>
          <a:xfrm>
            <a:off x="4599432" y="1014984"/>
            <a:ext cx="2999232" cy="201168"/>
          </a:xfrm>
          <a:prstGeom prst="rect">
            <a:avLst/>
          </a:prstGeom>
          <a:solidFill>
            <a:srgbClr val="075E5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09160" y="1014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9:41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99432" y="1216152"/>
            <a:ext cx="2999232" cy="502920"/>
          </a:xfrm>
          <a:prstGeom prst="rect">
            <a:avLst/>
          </a:prstGeom>
          <a:solidFill>
            <a:srgbClr val="075E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72584" y="121615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83480" y="1330452"/>
            <a:ext cx="274320" cy="274320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83480" y="13304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RK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26187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Rekha 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47218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F3EA"/>
                </a:solidFill>
              </a:rPr>
              <a:t>tap here for contact info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7278624" y="121615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⋮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99432" y="1719072"/>
            <a:ext cx="2999232" cy="4946904"/>
          </a:xfrm>
          <a:prstGeom prst="rect">
            <a:avLst/>
          </a:prstGeom>
          <a:solidFill>
            <a:srgbClr val="0B141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93208" y="5294376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18222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93208" y="5294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696A0"/>
                </a:solidFill>
              </a:rPr>
              <a:t>Messages before Sep 8 were cleared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736592" y="5660136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202C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28032" y="56601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9EDEF"/>
                </a:solidFill>
              </a:rPr>
              <a:t>Hey, are we still on for tomorrow?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07024" y="6071616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005C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98464" y="60716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9EDEF"/>
                </a:solidFill>
              </a:rPr>
              <a:t>Yes! See you at 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2026-09-09T04:09:19Z</dcterms:created>
  <dcterms:modified xsi:type="dcterms:W3CDTF">2026-09-09T04:09:19Z</dcterms:modified>
</cp:coreProperties>
</file>